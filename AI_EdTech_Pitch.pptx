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4D55F-1ED4-56E4-6FFC-19038B938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ED6A3-D4EC-DB84-FC9D-2FA60D763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02E99-171E-82A8-C9B5-1F0429B8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A18BC-1430-62F4-E355-3C8EA786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77C25-540A-AE1F-827F-36208E252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217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48E7-F403-E7EE-EDC4-D821F037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7F94A-EBCE-C859-C413-DB7654E74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0C1B8-BD7B-F31A-2820-467C1E61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27E14-EDAB-3C3B-63BE-B15AE37C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348A7-76D5-8472-CD6C-18A3F30E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46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D8FF-3298-71C6-6ECD-501565FA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FE852-7D28-3A3A-57BE-200675232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DF367-FB98-1EF9-AA7C-A62C2234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B2F90-D302-4525-1B06-DDB3CBE3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560A6-66C8-A928-055E-53BAEDB5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41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9449-FF31-D945-0989-47C8914A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CAAA0-0C34-7F65-5950-196809E5F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09935-C997-CECB-2EF2-D30426F04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F766B-121D-F83C-E902-952E65EE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74C7A-5674-B38D-09B1-A0F65276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B19D7-FA89-5D89-3891-36080A9AE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5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56C3-7777-13E0-AABA-FDF2DA26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920C6-F4B8-DF52-302E-4E81678FB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BCA73-A015-7E7A-5874-BB5D1D787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5457CB-71EC-735E-B27B-A12E3FA26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6B02F-BAFC-08B2-81DC-BAD9458D6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97D0F-7B95-852D-F54C-D8ADBCC9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E5046-302F-1DB2-48BF-FE9CF4EB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742C14-C659-7272-733D-6D06E56A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09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5072-288D-FD32-03F5-58CC00AB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BF144-11DA-2F2D-FA64-30159F08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D48A9-2491-8C53-8ECA-D5F65236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63F3A-8C39-FE2C-7B02-CD9F40ABA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34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98BE8-D272-5933-5610-96D15CF24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2D91F-7AAC-D001-35F0-FE06AD1B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E00B3-184F-855A-B02D-7BFDF59D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72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D72E-B098-9CF9-ECF6-013E607B1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4EB97-D651-1172-124C-566FFEF84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DBFA8-7111-2494-30A4-13D8DCF28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3D0FA-EDBA-B1EF-462C-85D56BE5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2089F-DA5F-237F-33F8-C9C41605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E5736-8215-8EDC-B67E-8447F5931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03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89C3-94E9-4035-CEB8-53AC98572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02AF5-1BF2-9BF3-4AA4-24B45EFDC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F0F51-6258-7086-0051-68021A93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CBBF2-5110-0738-BDE5-3503CFF69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AB426-E1BA-2548-133A-58A7AD5BA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1BEFD-BFD2-C452-7B81-BE5B1FA2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14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3CD3D-6CB3-A49B-CA48-1C182F65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17591-FCA7-D4C5-E6ED-0F2AB1236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795E3-F567-704A-AD7C-0884EA4C2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1943C-985D-6A31-B5AE-87FEDCFF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A3923-AAE3-E0AC-454A-A042C2E5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54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30153-FF34-5451-BA8C-C450CE874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22D12-7F61-56F4-170C-914B46FD7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070FE-9700-8AD2-4A76-D3B42C7E6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D4EDF-F431-1BF5-69FD-943D73CD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7A360-7995-109F-2EEC-E5C4FE53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82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4C9C3-7A92-22A7-DC9A-3F27BFD7F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F4CF2-68A2-C7DA-C823-1CE534A9C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B2A88-8B27-4890-F6DF-15742EDFF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A556E-E6A0-4527-8467-45BEDB2B351F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181A0-7B33-201D-B619-A70B24E42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126CD-FD4B-5068-CB29-0044DE03C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247ED-CFA6-4B01-B811-0A0729A54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81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29203-6ED6-FA40-4BA6-1CC239C55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922" y="365125"/>
            <a:ext cx="9411878" cy="1325563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and Team Details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DB4AF-E728-68D4-0168-51E51F52A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21" y="1886061"/>
            <a:ext cx="10854179" cy="43073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Problem Statement: </a:t>
            </a:r>
            <a:r>
              <a:rPr lang="en-IN" dirty="0"/>
              <a:t>AI-Powered EdTech Platform With interactive 3D 			  	 AI professor.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Team Name: </a:t>
            </a:r>
            <a:r>
              <a:rPr lang="en-IN" dirty="0"/>
              <a:t>Code Core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Team Leader Name: </a:t>
            </a:r>
            <a:r>
              <a:rPr lang="en-IN" dirty="0"/>
              <a:t>Deepak Singh Jeena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Institute Name: </a:t>
            </a:r>
            <a:r>
              <a:rPr lang="en-IN" dirty="0"/>
              <a:t>Indraprastha Engineering College Ghaziabad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Team Leader Email ID: </a:t>
            </a:r>
            <a:r>
              <a:rPr lang="en-IN" dirty="0"/>
              <a:t>jeenad36@gmail.com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371ECF3-54C1-2D1E-5B18-A9EEB061A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5"/>
            <a:ext cx="1867161" cy="158137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FE3BA1-984D-A529-3489-025682E83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29" y="304690"/>
            <a:ext cx="1867161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92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B47D-2A19-0B32-8BBF-2875463A1B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C2192-F4BA-5672-CC91-889869F1F7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376F22-5D89-29FA-D159-CDB037AFE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9BD8B2-4D44-E024-FC86-49DF5F5EA441}"/>
              </a:ext>
            </a:extLst>
          </p:cNvPr>
          <p:cNvSpPr/>
          <p:nvPr/>
        </p:nvSpPr>
        <p:spPr>
          <a:xfrm>
            <a:off x="3431356" y="5349875"/>
            <a:ext cx="1102936" cy="2733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46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1D30-8D2C-4996-BF04-DCD2CD80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7D6B77-9844-F7A6-0EFC-D1A1E5DD8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66" y="137842"/>
            <a:ext cx="11842201" cy="6582316"/>
          </a:xfrm>
        </p:spPr>
      </p:pic>
    </p:spTree>
    <p:extLst>
      <p:ext uri="{BB962C8B-B14F-4D97-AF65-F5344CB8AC3E}">
        <p14:creationId xmlns:p14="http://schemas.microsoft.com/office/powerpoint/2010/main" val="2584972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6B372-29DC-5E14-F52E-C57266DA9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1F0338-1CB1-7ADA-F811-1C30A54B0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2" y="0"/>
            <a:ext cx="12019175" cy="6868100"/>
          </a:xfrm>
        </p:spPr>
      </p:pic>
    </p:spTree>
    <p:extLst>
      <p:ext uri="{BB962C8B-B14F-4D97-AF65-F5344CB8AC3E}">
        <p14:creationId xmlns:p14="http://schemas.microsoft.com/office/powerpoint/2010/main" val="394509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8833-9ECD-6908-B369-91875976F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449BA7-C90C-D0AC-303C-460F437A9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49" y="250226"/>
            <a:ext cx="11821212" cy="6520351"/>
          </a:xfrm>
        </p:spPr>
      </p:pic>
    </p:spTree>
    <p:extLst>
      <p:ext uri="{BB962C8B-B14F-4D97-AF65-F5344CB8AC3E}">
        <p14:creationId xmlns:p14="http://schemas.microsoft.com/office/powerpoint/2010/main" val="127430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282C-6BBA-789B-8B14-A303C73D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6E94CF-6F32-7BF7-ECF2-DDDAE7835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30" y="65988"/>
            <a:ext cx="11709802" cy="6683604"/>
          </a:xfrm>
        </p:spPr>
      </p:pic>
    </p:spTree>
    <p:extLst>
      <p:ext uri="{BB962C8B-B14F-4D97-AF65-F5344CB8AC3E}">
        <p14:creationId xmlns:p14="http://schemas.microsoft.com/office/powerpoint/2010/main" val="3721875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C8DD-2E91-12C7-408B-9B8D0AAE4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593E42-A9B2-2CF7-83EB-2B789F051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52" y="108687"/>
            <a:ext cx="11621095" cy="6640626"/>
          </a:xfrm>
        </p:spPr>
      </p:pic>
    </p:spTree>
    <p:extLst>
      <p:ext uri="{BB962C8B-B14F-4D97-AF65-F5344CB8AC3E}">
        <p14:creationId xmlns:p14="http://schemas.microsoft.com/office/powerpoint/2010/main" val="1279208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52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Problem Statement and Team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Singh</dc:creator>
  <cp:lastModifiedBy>Aman Singh</cp:lastModifiedBy>
  <cp:revision>7</cp:revision>
  <dcterms:created xsi:type="dcterms:W3CDTF">2025-09-20T20:36:03Z</dcterms:created>
  <dcterms:modified xsi:type="dcterms:W3CDTF">2025-09-21T04:08:26Z</dcterms:modified>
</cp:coreProperties>
</file>